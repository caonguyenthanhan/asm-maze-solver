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53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228A-0ADE-82EC-8A36-B9FF2652B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7C8A2-EF89-2350-A2E3-D48591DBE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1AFD8-AA7A-65EB-421A-3AB68987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9B0F2-9AF6-9953-EF57-A37BB062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134E5-A139-CD7B-A488-66C60180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6ECD-5A1D-8448-F56A-7C9ECC6A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B9E64-A999-6475-F3DA-5C6CE649A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47953-65BC-E1CB-D8FB-1BE4278E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FEA1D-763B-5B21-9D6F-96926CE6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75481-195C-9F51-569D-9FD700E8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2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ECE8-0F1D-B643-0EE0-73E149D1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FF7E8-5212-9AF1-66AF-EAE28D3C5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5A5DA-0B90-C052-F97C-18571122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34219-3A37-9F1B-6247-C0BFA534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92A38-E65F-567C-9B37-0A26F672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8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57D4-51F7-C82F-F8BC-0C8FCF41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E30A8-1A72-B056-1AAA-BE5467802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3C90B-AD22-A5DF-446D-33393B7DE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1620A-39A5-5DA9-BC31-51DE319FC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4CBCF-B31B-369F-BC9D-8131ADD1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20627-11DD-BFF5-E013-77757E5B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0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930C-C7A0-FDB2-3BFF-92DA6284F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95636-B312-E55D-5868-403B4A737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43A65-BC84-5413-CFD0-BC7EC6DD1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B174D-B24B-A675-8363-8B371786F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60C5E-F558-7D13-5F76-3C990235D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E06693-6FE3-804D-A998-72DB92B5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3D765-5BD8-2BAF-7B62-6095B9CD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7A5EA-CA4E-D64C-359D-B68557B6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49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5A05-8EF5-2F97-7E90-76ECAC5C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71A5F-7BEA-301B-FF00-44C3B1AF4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75372C-8326-F362-7CD9-F33280ED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FF659-5C67-E83E-4079-7E1F0784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9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8DB45-41E7-3104-AC0C-336CF87B9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CC0A4-D007-BAFA-6697-A4E52837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6AD17-6090-70A0-6962-77FF9726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E4B4-B5F3-2457-8547-558B8D97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5D2B4-ECC7-1BD4-2F5A-F42AC0D28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CC478-4F94-7B34-8B1B-1C766DFA0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6A9F7-C81B-6A97-FD65-98AD28C6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A0F97-CCFF-5182-AF82-36118400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0BC8B-4B7E-4E5F-5273-31296905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F93C-0557-4833-CAA9-02EF050DA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83457-ABEF-55FE-9D5C-1C4861CEC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F0509-6846-91BC-3943-519340650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619EE-FCF8-FEA6-682C-FC612569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75E34-686C-6C11-45A0-D5186883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61F0D-5C49-805B-20E0-793468F4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9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7BFC-07A5-CC0B-C28A-39934BB3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E13C8-358C-0E8E-2E78-B72037A7A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9C663-271A-85CB-FD65-ABCD947F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83694-049E-E7CA-3127-845546204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F2043-1D0A-23E5-ADC2-DCE44D27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3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5B5CB3-CFA7-5D26-F916-5DE45578E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70DF0-626F-BBE4-26A0-E8DCEF7CA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D6BCC-2463-03C2-1B28-83431EBF3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FB70E-53A7-E603-1CD4-8EC1BC1E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2DE36-0A21-1373-5A3E-BE03B0EA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6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6EBAE2-421B-3734-1C5C-4D4C1FA2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A6B7-9CBF-9833-325F-F6AB6AC23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95F33-4491-80DA-F5AE-A06187042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EA872-A262-4BF2-A7F7-760BDD6EE68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2370C-2F26-34C5-6055-30E8E0D2F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56EDA-DB37-DDA6-FC7A-9523EE942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32B10-8ACA-4E12-A9C0-7C95E8B11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2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AFE1640-597B-637D-971D-6B934E05B4AE}"/>
              </a:ext>
            </a:extLst>
          </p:cNvPr>
          <p:cNvGrpSpPr/>
          <p:nvPr/>
        </p:nvGrpSpPr>
        <p:grpSpPr>
          <a:xfrm>
            <a:off x="0" y="3238500"/>
            <a:ext cx="6096000" cy="3238500"/>
            <a:chOff x="0" y="3238500"/>
            <a:chExt cx="6096000" cy="32385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617973-B400-0CA2-506E-4D98E73E1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0000" b="50000"/>
            <a:stretch>
              <a:fillRect/>
            </a:stretch>
          </p:blipFill>
          <p:spPr>
            <a:xfrm>
              <a:off x="0" y="3238500"/>
              <a:ext cx="6096000" cy="3238500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6E85796-60BE-9C43-6EFE-F55AB510B956}"/>
                </a:ext>
              </a:extLst>
            </p:cNvPr>
            <p:cNvSpPr/>
            <p:nvPr/>
          </p:nvSpPr>
          <p:spPr>
            <a:xfrm>
              <a:off x="1061720" y="478536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E211922-0E1D-43D1-1CEC-163D2838C1BA}"/>
                </a:ext>
              </a:extLst>
            </p:cNvPr>
            <p:cNvSpPr/>
            <p:nvPr/>
          </p:nvSpPr>
          <p:spPr>
            <a:xfrm>
              <a:off x="2778760" y="509270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FE5DA68-AF87-F0AD-8079-9D6B3547DD12}"/>
                </a:ext>
              </a:extLst>
            </p:cNvPr>
            <p:cNvSpPr/>
            <p:nvPr/>
          </p:nvSpPr>
          <p:spPr>
            <a:xfrm>
              <a:off x="1864360" y="478536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10EF1F-8167-24C5-8EAC-B4D303BA426E}"/>
              </a:ext>
            </a:extLst>
          </p:cNvPr>
          <p:cNvGrpSpPr/>
          <p:nvPr/>
        </p:nvGrpSpPr>
        <p:grpSpPr>
          <a:xfrm>
            <a:off x="0" y="0"/>
            <a:ext cx="6096000" cy="3238500"/>
            <a:chOff x="0" y="0"/>
            <a:chExt cx="6096000" cy="32385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1724C4-1078-CD9D-9CAF-F8F4C5348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0000" b="50000"/>
            <a:stretch>
              <a:fillRect/>
            </a:stretch>
          </p:blipFill>
          <p:spPr>
            <a:xfrm>
              <a:off x="0" y="0"/>
              <a:ext cx="6096000" cy="3238500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1B527E-F0F2-A584-A64C-46DE8A5D7A83}"/>
                </a:ext>
              </a:extLst>
            </p:cNvPr>
            <p:cNvSpPr/>
            <p:nvPr/>
          </p:nvSpPr>
          <p:spPr>
            <a:xfrm>
              <a:off x="1061720" y="156718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385AC67-9314-F6F3-199E-BA9FC5902B3A}"/>
                </a:ext>
              </a:extLst>
            </p:cNvPr>
            <p:cNvSpPr/>
            <p:nvPr/>
          </p:nvSpPr>
          <p:spPr>
            <a:xfrm>
              <a:off x="2748280" y="183134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EA0FA51-2480-39C5-446B-A5EE0929A833}"/>
                </a:ext>
              </a:extLst>
            </p:cNvPr>
            <p:cNvSpPr/>
            <p:nvPr/>
          </p:nvSpPr>
          <p:spPr>
            <a:xfrm>
              <a:off x="1877060" y="154686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C9F6CF-768D-353E-E6E6-AE7907326D7F}"/>
              </a:ext>
            </a:extLst>
          </p:cNvPr>
          <p:cNvGrpSpPr/>
          <p:nvPr/>
        </p:nvGrpSpPr>
        <p:grpSpPr>
          <a:xfrm>
            <a:off x="6096000" y="0"/>
            <a:ext cx="6096000" cy="3238500"/>
            <a:chOff x="6096000" y="0"/>
            <a:chExt cx="6096000" cy="3238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169524-8C36-580D-1438-C897BF9A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0000" b="50000"/>
            <a:stretch>
              <a:fillRect/>
            </a:stretch>
          </p:blipFill>
          <p:spPr>
            <a:xfrm>
              <a:off x="6096000" y="0"/>
              <a:ext cx="6096000" cy="3238500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8A2059-7765-40C5-635F-05FB1F29CA83}"/>
                </a:ext>
              </a:extLst>
            </p:cNvPr>
            <p:cNvSpPr/>
            <p:nvPr/>
          </p:nvSpPr>
          <p:spPr>
            <a:xfrm>
              <a:off x="7157720" y="156718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947960-8D89-C27D-B0B2-FE801C4B6F96}"/>
                </a:ext>
              </a:extLst>
            </p:cNvPr>
            <p:cNvSpPr/>
            <p:nvPr/>
          </p:nvSpPr>
          <p:spPr>
            <a:xfrm>
              <a:off x="8844280" y="183134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EA80931-C9B0-7C76-AEA0-1CBA409F7C63}"/>
                </a:ext>
              </a:extLst>
            </p:cNvPr>
            <p:cNvSpPr/>
            <p:nvPr/>
          </p:nvSpPr>
          <p:spPr>
            <a:xfrm>
              <a:off x="7973060" y="1569720"/>
              <a:ext cx="299720" cy="2641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5700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An Cao Nguyen</dc:creator>
  <cp:lastModifiedBy>Thanh An Cao Nguyen</cp:lastModifiedBy>
  <cp:revision>1</cp:revision>
  <dcterms:created xsi:type="dcterms:W3CDTF">2026-06-12T01:55:56Z</dcterms:created>
  <dcterms:modified xsi:type="dcterms:W3CDTF">2026-06-12T02:02:44Z</dcterms:modified>
</cp:coreProperties>
</file>